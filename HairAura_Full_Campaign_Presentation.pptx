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C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3C2E"/>
                </a:solidFill>
                <a:latin typeface="Arial"/>
              </a:rPr>
              <a:t>Weekly Reach &amp; Impressions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390</c:v>
                </c:pt>
                <c:pt idx="2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D3-49B3-8091-0DC73F7FF9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8BC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420</c:v>
                </c:pt>
                <c:pt idx="1">
                  <c:v>540</c:v>
                </c:pt>
                <c:pt idx="2">
                  <c:v>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D3-49B3-8091-0DC73F7FF9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29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HairAura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Marketing Campaign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  |  Strategy · Execution · Analysis · Optimization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DevelopersHub Corporation Internship  •  March –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— 100% Natural Herbal Hair Oil, Pakistan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91440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10241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28416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18288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(primary channel)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9144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91440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10241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72784" y="153619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18288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Weeks: March 13 – April 28,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" y="3502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79476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brand awareness, drive engagement &amp; inquiries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88036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218688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28416" y="3502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28416" y="379476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15–40, Male &amp; Female, All over Pakistan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8803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880360"/>
            <a:ext cx="2743200" cy="54864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163056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🛠️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72784" y="35021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72784" y="379476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Canva, Mailchimp, Google Ads, Buffer, Meta Business Suite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Audience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marketing HairAura 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65760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84832"/>
            <a:ext cx="9144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762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40+ years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Youth, Adults &amp; Parents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365760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99232" y="2084832"/>
            <a:ext cx="9144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21762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genders welcome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11680" cy="365760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18304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75504" y="2084832"/>
            <a:ext cx="9144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21762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over Pakistan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Semi-urban cities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2011680" cy="3657600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💇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94576" y="1664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Concerns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51776" y="2084832"/>
            <a:ext cx="91440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6894576" y="21762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fall, Dry hair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Dandruff, Frizz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hair growth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Goals &amp; KPIs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6634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100 new Instagram followers in 3 weeks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500 impressions per post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brand awareness by 25% on Instagram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5% engagement rate on posts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 DM inquiries about ordering HairAura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14400"/>
            <a:ext cx="32918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914400"/>
            <a:ext cx="3291840" cy="41148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Tracked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1417320"/>
            <a:ext cx="29260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Clicks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Strategy — Weeks 1–3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creation and initial campaign launch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987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37160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analysis: Saeed Ghani, Alif Ahlam, Halalveda. Identified hashtags, posting frequency &amp; content styles.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1440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1440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182112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12464" y="987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Social Media Posts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12464" y="137160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intro, ingredients, hair tips, testimonial, promotional offer — all designed on Canva.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91440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1440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1508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0256" y="987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Ad Creatives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137160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ad &amp; image ad designed for A/B testing. Technical issue prevented live launch on Meta.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2953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33756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Reasons Why Natural Hair Oil Is Best for Your Hair" — published on LinkedIn.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288036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88036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3182112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12464" y="2953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Launch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12464" y="333756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posts published on Instagram (@newhairaura). Real engagement tracked via Instagram Insights.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2880360"/>
            <a:ext cx="2697480" cy="178308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880360"/>
            <a:ext cx="457200" cy="1783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089904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20256" y="29535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0256" y="3337560"/>
            <a:ext cx="20848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total views, 153 accounts reached, 73.1% reach from Reels. Post 5 (Reel) was top performer.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Influencer Outreach — Week 4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3774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Handle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Followers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Niche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Bushra Munir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@bushramunir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97.5K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Digital Creator — Fragrance &amp; Beauty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Kashish Boolani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@kashishboolani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18.8K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Beauty, Fashion &amp; Lifestyle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Kainat Aslam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@kainataslam.ka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Beauty &amp; Fashion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Eshwa Khan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@eshwaakhan.22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6,710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Makeup, Haircare &amp; Skincare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Zoya Zubair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@zoyazubairofficial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29.7K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Beauty, Lifestyle &amp; Fashion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3429000"/>
            <a:ext cx="64008" cy="1417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4"/>
          <p:cNvSpPr/>
          <p:nvPr/>
        </p:nvSpPr>
        <p:spPr>
          <a:xfrm>
            <a:off x="457200" y="3502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Message Sent (via Instagram DM):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8130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[Name]! I love your content on hair care and natural beauty. I'm working with HairAura, a 100% natural herbal hair oil brand from Pakistan. We'd love to collaborate with you for a promotional post or reel featuring our product. We can offer free product samples + commission on sales. Would you be interested? Please let us know!"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Engine Marketing (SEM) — Week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Google Ads campaign 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214884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69748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— Natural Hair Oil Pakistan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goodbye to hair fall with 100% herbal ingredients. Order now and get 10% off!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2112" y="914400"/>
            <a:ext cx="2697480" cy="214884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914400"/>
            <a:ext cx="269748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273552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Hair Fall Naturally — HairAura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90195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hundreds. Made with amla, rosemary &amp; curry leaves. DM to order!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914400"/>
            <a:ext cx="2697480" cy="214884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914400"/>
            <a:ext cx="269748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38988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Herbal Hair Oil in Pakistan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190195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chemicals. No side effects. Just pure nourishment. Try HairAura today!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1664208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hair oil Pakistan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hair oil for hair fall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 hair oil Pakistan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growth oil Pakistan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fall solution Pakistan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59" y="132588"/>
            <a:ext cx="863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Posts &amp; Retargeting Ads — Week 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Posts Published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6 — Poll Post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hair problem bothers you the most?" — Hair Fall / Dandruff / Dry Hair. Posted on Instagram with story poll. Dry Hair led with 67% of votes.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7 — Giveaway Contest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"HairAura Giveaway! Win a free bottle!" Rules: Follow + Tag 2 friends + Share. Strategy: increase followers organically via word-of-mouth marketing.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3657600" cy="59436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005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Poll Results: Hair Fall 0%  |  Dandruff 33%  |  Dry Hair 67%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Ad Campaign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556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users aged 15–40 in Pakistan who visited HairAura page or engaged with posts in the last 30 days.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 — "Still thinking about it?"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072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hair deserves HairAura — Natural. Pure. Effective.  [ORDER NOW]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 — "10% OFF for first-time buyers!"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9417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visited us. Your hair is still waiting. Claim your discount now!  [CLAIM NOW]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Conversion with urgency-based messaging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Distribution — Week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Repurposing existing content for new platforms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201168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Article Published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80744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"HairAura — 5 Reasons Why Natural Hair Oil Is the Best Thing for Your Hair"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as a LinkedIn article under Anisha Khan profile. Reached professional audience interested in hair care &amp; wellness. Drove organic traffic to HairAura brand awareness.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20116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0515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 Published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80744"/>
            <a:ext cx="388620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Subreddit: r/Haircare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"I tried a natural herbal hair oil for 3 weeks — here's what happened"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described 3-week HairAura experience. Tagged: Frizzy Hair. Awaiting moderator approval. Upvoted by community members.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54680"/>
            <a:ext cx="64008" cy="1737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Distribution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blog post repurposed as a LinkedIn article targeting professional audience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Story-format Reddit post for authentic community engagement in r/Haircare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content adapted in tone and format for each platform's unique audience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via Buffer for optimal posting times on each platform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Analytics Report — Week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00200" cy="987552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241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84248" y="914400"/>
            <a:ext cx="1600200" cy="987552"/>
          </a:xfrm>
          <a:prstGeom prst="rect">
            <a:avLst/>
          </a:prstGeom>
          <a:solidFill>
            <a:srgbClr val="1A3C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84248" y="10241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84248" y="150876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Reached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39896" y="914400"/>
            <a:ext cx="1600200" cy="987552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9896" y="10241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39896" y="150876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via Reels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95544" y="914400"/>
            <a:ext cx="1600200" cy="987552"/>
          </a:xfrm>
          <a:prstGeom prst="rect">
            <a:avLst/>
          </a:prstGeom>
          <a:solidFill>
            <a:srgbClr val="1A3C2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5544" y="10241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95544" y="150876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51192" y="914400"/>
            <a:ext cx="1600200" cy="987552"/>
          </a:xfrm>
          <a:prstGeom prst="rect">
            <a:avLst/>
          </a:prstGeom>
          <a:solidFill>
            <a:srgbClr val="2C5F2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51192" y="102412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C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51192" y="150876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05740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760720" y="205740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2057400"/>
            <a:ext cx="3108960" cy="384048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22" name="Text 19"/>
          <p:cNvSpPr/>
          <p:nvPr/>
        </p:nvSpPr>
        <p:spPr>
          <a:xfrm>
            <a:off x="5897880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Demographics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97880" y="25146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18–30: most active (45%)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30–40: 35%  |  40+: 20%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65% Female, 35% Male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Karachi: 40%  |  Lahore: 30%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Islamabad: 20%  |  Other: 10%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time: Evenings 7–9 PM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Building &amp; Q&amp;A — Week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862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Story Q&amp;A Session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HairAura work for dandruff?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Yes! Contains neem &amp; rosemary — known to fight dandruff naturally.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often should I apply it?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Twice a week, 1 hour before washing for best results.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09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it safe for colour-treated hair?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021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Absolutely — 100% natural ingredients, safe for all hair types.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8862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960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Testimonials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417320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49047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been using HairAura for 2 weeks and my hair fall has reduced so much!"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Ayesha, Lahore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514600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8775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natural oil I've tried. Smells amazing and my hair feels so soft!"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20040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Fatima, Karachi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54864" cy="9601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85032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"Finally a Pakistani brand that actually works. Highly recommend!"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4297680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Hassan, Islamabad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Drip Campaign (Mailchimp) — Week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3-email sequence for user acquisition &amp; retention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234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2523744" cy="50292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HairAura — Your Hair Journey Starts Now!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6002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the HairAura family! Introduces the brand — 100% natural herbal hair oil. Offers 10% discount with code WELCOME10.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658368"/>
          </a:xfrm>
          <a:prstGeom prst="rect">
            <a:avLst/>
          </a:prstGeom>
          <a:solidFill>
            <a:srgbClr val="4A8C4A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234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664208"/>
            <a:ext cx="2523744" cy="50292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Your Hair Is Trying to Tell You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16002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28600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 on hair fall, dryness &amp; slow growth. 4 actionable tips including using chemical-free products like HairAura. Soft CTA to shop.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914400"/>
            <a:ext cx="2743200" cy="658368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9601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6208" y="12344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1664208"/>
            <a:ext cx="2523744" cy="502920"/>
          </a:xfrm>
          <a:prstGeom prst="rect">
            <a:avLst/>
          </a:prstGeom>
          <a:solidFill>
            <a:srgbClr val="F0F7F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Forget Something? 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16002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2286000"/>
            <a:ext cx="252374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for users who haven't ordered yet. Highlights key ingredients: amla, rosemary, curry leaves, coconut oil. 10% discount reminder.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65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Optimization &amp; A/B Testing — Week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41732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417320"/>
          </a:xfrm>
          <a:prstGeom prst="rect">
            <a:avLst/>
          </a:prstGeom>
          <a:solidFill>
            <a:srgbClr val="CC44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Post Identified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1 (Brand Introduction) had lowest engagement. Problem: caption too long with no clear call-to-action. Improvement applied: shorter caption, question at the end, brighter visual design.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4160520" cy="22860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514600"/>
            <a:ext cx="4160520" cy="3840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Caption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"HairAura — 100% Natural Herbal Hair Oil. Your hair deserves better. DM to order! #HairAura"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Informational. No emotion. No CTA question.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4160520" cy="22860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514600"/>
            <a:ext cx="4160520" cy="384048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5603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Caption  WINNER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99923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"Tired of hair fall? HairAura is your answer. Natural. Pure. Effective. Comment 'INFO' to learn more!"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9319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hook + question + clear CTA = higher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59" y="73152"/>
            <a:ext cx="83210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Goals vs Results — Final Analysis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3246117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Instagram Followers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 new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 new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6600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Impressions/Post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680 (Post 5)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Achieved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Engagement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4% avg (1.8% peak)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6600"/>
                          </a:solidFill>
                        </a:rPr>
                        <a:t>Near Target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DM Inquiries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6600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Brand Awareness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+25%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+20%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A6600"/>
                          </a:solidFill>
                        </a:rPr>
                        <a:t>Near Target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Impressions (Post 5)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680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Achieved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616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Win: Post 5 (Solution Reel) exceeded impressions goal with 680 views. Reels drove 73.1% of all reach — confirming video-first strategy is the right direction for HairAura.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C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Reels get 3x more reach than static image posts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engaging captions drive more comments and DMs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posting every 2 days builds audience trust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 (tips, Q&amp;A) outperforms promotional posts organically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proved question-based CTAs significantly improve engagement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outreach needs follow-up for effective collaboration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886200"/>
          </a:xfrm>
          <a:prstGeom prst="rect">
            <a:avLst/>
          </a:prstGeom>
          <a:solidFill>
            <a:srgbClr val="F0F7F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Recommendations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Reels daily — video content dominates Instagram algorithm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Instagram Stories polls &amp; questions every week for engagement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micro-influencers (Eshwa Khan — Makeup &amp; Haircare niche)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paid ads once Meta Business Suite issue is resolved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link in bio for direct order conversions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email list using Mailchimp lead magnet (free hair care guide)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C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2743200" y="169164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HairAura Full Digital Marketing Campaign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6-Week Campaign Executed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Instagram Posts Published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Influencers Contacted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Google Ads Campaign Setup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 Mailchimp Emails Designed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LinkedIn &amp; Reddit Content Distributed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DevelopersHub Corporation Internship  •  March –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1698</Words>
  <Application>Microsoft Office PowerPoint</Application>
  <PresentationFormat>On-screen Show (16:9)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HairAura Full Digital Marketing Campaign</dc:title>
  <dc:subject>PptxGenJS Presentation</dc:subject>
  <dc:creator>PptxGenJS</dc:creator>
  <cp:lastModifiedBy>Anisha Khan</cp:lastModifiedBy>
  <cp:revision>2</cp:revision>
  <dcterms:created xsi:type="dcterms:W3CDTF">2026-04-24T05:14:34Z</dcterms:created>
  <dcterms:modified xsi:type="dcterms:W3CDTF">2026-04-24T05:31:43Z</dcterms:modified>
</cp:coreProperties>
</file>