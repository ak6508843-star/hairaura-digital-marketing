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060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HairAura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Campaign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0" y="2743200"/>
            <a:ext cx="3657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Strategy  |  Content Creation  |  Performance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DevelopersHub Corporation Internship  •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HairAura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56616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🌿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HairAura?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HairAura is a 100% natural herbal hair oil brand crafted to solve everyday hair problems using the power of nature — no chemicals, no shortcuts.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05840"/>
            <a:ext cx="3931920" cy="73152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Reduces Hair Fall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Treats Dry &amp; Damaged Hair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Boosts Hair Growth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Eliminates Dandruff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Controls Frizzy Hair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100% Natural Ingredients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Audience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64008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to 40+ years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&amp; Adults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005840"/>
            <a:ext cx="2011680" cy="64008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5176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42316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&amp; Female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genders welcome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05840"/>
            <a:ext cx="2011680" cy="64008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📍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93776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42316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over Pakistan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&amp; Semi-urban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10058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0" y="1005840"/>
            <a:ext cx="2011680" cy="64008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💇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22376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Concerns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0" y="242316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fall, Dry hair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Dandruff, Frizz,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growth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 Research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2377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Followers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Platforms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Post Frequency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Content Style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Saeed Ghani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~50K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Instagram, Facebook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Daily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 shots, ingredients, tips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Alif Ahlam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~10K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Instagram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Daily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Natural/herbal focus, reels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Halalveda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~15K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Instagram, Facebook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Daily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Benefits, Islamic/halal angle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365760" y="3520440"/>
            <a:ext cx="8412480" cy="132588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 Used by Competitors (adopted for HairAura):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9776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#HairOils  #PowerOfHerbs  #naturalhaircare  #healthyhair  #hairgoals  #organic  #HairCareEssentials  #NaturalBeauty  #HairCareRoutine  #HealthyHair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Goals &amp; KPIs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SMART Goals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Gain 100 new Instagram followers in 3 weeks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Achieve 500 impressions per post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Increase brand awareness: impressions up 25% on Instagram in 3 weeks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Achieve 5% engagement rate on posts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📩  Generate at least 20 DM inquiries about ordering HairAura in 3 weeks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914400"/>
            <a:ext cx="32918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914400"/>
            <a:ext cx="3291840" cy="45720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960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KPIs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150876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Reach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Likes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Comments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Shares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Profile Visits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Link Clicks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228600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Posts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photos, tips,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 &amp; offers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Instagram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960120"/>
            <a:ext cx="2011680" cy="228600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42032" y="1664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Video Reels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42032" y="210312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apply,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results,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transformation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960120"/>
            <a:ext cx="2011680" cy="228600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✍️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18304" y="1664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Post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18304" y="210312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 Reasons Why Natural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Oil Is Best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Hair"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960120"/>
            <a:ext cx="2011680" cy="228600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📢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94576" y="1664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Creatives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94576" y="210312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versions for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(Video vs Picture)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29000"/>
            <a:ext cx="85953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Themes: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Brand Introduction   |   2️⃣ Key Ingredients &amp; Benefits   |   3️⃣ Hair Care Tips   |   4️⃣ Customer Testimonials   |   5️⃣ Promotional Offers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Media Posts (5 Posts Created)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48640" cy="1783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Intro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fall, dryness, dullness — HairAura is different. Powered by herbs like rosemary, amla &amp; curry leaves.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60120"/>
            <a:ext cx="548640" cy="1783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94760" y="10515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Post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14173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POV: He actually cares about your hair. Bachi ho ya boss lady — hair care is non-negotiable!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96012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60120"/>
            <a:ext cx="548640" cy="1783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75120" y="10515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14173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hair? Weak roots? HairAura nourishes scalp, boosts growth, repairs damage &amp; adds shine.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39776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71800"/>
            <a:ext cx="548640" cy="1783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0632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4290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with powerful herbs — no chemicals, no shortcuts. Just real nourishment from root to tip.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971800"/>
            <a:ext cx="39776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971800"/>
            <a:ext cx="548640" cy="1783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315468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94760" y="30632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Reel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94760" y="34290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ultimate solution to all your hair problems. #hairloss #hairproblems #hairaura #viral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All posts published on Instagram with relevant hashtags  |  Platform: Instagram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 Creatives &amp; A/B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A  —  VIDEO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🎬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"Natural Ingredients.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i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i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Hairaura Hair Oil"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Benefit-focused • Addresses dandruff &amp; hair fall • Emotionally engaging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4297680"/>
            <a:ext cx="2011680" cy="32004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315968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PREDICTED WINNER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91440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914400"/>
            <a:ext cx="3931920" cy="50292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B  —  IMAGE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🖼️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029200" y="23317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"Herbal Hair Oil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i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Revive your roots naturally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i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HairAura"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3375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• Benefit-focused • Less emotionally direct than Ad 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Note: Due to a technical issue with Meta Business Suite, live ads were not launched. Ad creatives were fully designed and are ready for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Blog Post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✍️  5 Reasons Why Natural Hair Oil Is the Best Thing for Your Hair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1148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Harmful Chemicals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hair oils are free from parabens &amp; sulfates — safe for daily use.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783080"/>
            <a:ext cx="41148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Nourishes Hair from the Roots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2240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oils penetrate the scalp to strengthen hair and reduce breakage.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783080"/>
            <a:ext cx="41148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Hair Fall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2240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oiling boosts blood flow in the scalp, nourishing follicles to lower hair loss.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3337560"/>
            <a:ext cx="41148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74520" y="3337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Natural Shine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3794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chemical serums, natural oil gives healthy gloss without greasiness.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3337560"/>
            <a:ext cx="41148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89320" y="3337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&amp; Long-Lasting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32120" y="3794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goes a long way — one of the most cost-effective haircare solutions.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Seeking a reliable natural hair oil? Try HairAura — made with 100% natural ingredients for results you can see.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Performance Metrics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27432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Reach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Impressions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Likes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Engagement Rate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 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Brand Intro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280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420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0.36%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 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Viral Post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370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0.40%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 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Ingredients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410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590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0.24%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 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Testimonial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290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1.03%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Post 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Solution (Reel)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490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680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1.02% 🏆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840480"/>
            <a:ext cx="1965960" cy="100584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38862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1,720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74320" y="4389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Reach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50592" y="3840480"/>
            <a:ext cx="1965960" cy="1005840"/>
          </a:xfrm>
          <a:prstGeom prst="rect">
            <a:avLst/>
          </a:prstGeom>
          <a:solidFill>
            <a:srgbClr val="4A8C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50592" y="38862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2,460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450592" y="4389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Impressions</a:t>
            </a:r>
            <a:endParaRPr lang="en-US" sz="1000" dirty="0"/>
          </a:p>
        </p:txBody>
      </p:sp>
      <p:sp>
        <p:nvSpPr>
          <p:cNvPr id="4" name="Shape 8"/>
          <p:cNvSpPr/>
          <p:nvPr/>
        </p:nvSpPr>
        <p:spPr>
          <a:xfrm>
            <a:off x="4626864" y="3840480"/>
            <a:ext cx="1965960" cy="1005840"/>
          </a:xfrm>
          <a:prstGeom prst="rect">
            <a:avLst/>
          </a:prstGeom>
          <a:solidFill>
            <a:srgbClr val="C9A84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26864" y="38862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5 🏆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26864" y="4389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Post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03136" y="3840480"/>
            <a:ext cx="1965960" cy="1005840"/>
          </a:xfrm>
          <a:prstGeom prst="rect">
            <a:avLst/>
          </a:prstGeom>
          <a:solidFill>
            <a:srgbClr val="8888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03136" y="38862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Instagram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803136" y="4389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Learned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Lessons Learned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Video Reels get significantly higher reach and engagement than static image posts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Consistency in posting every 2 days builds audience trust over time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Visually strong creatives matter more than long captions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Hair tip content outperforms pure promotional content in organic reach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Emotionally resonant content (addressing real pain points) drives more DMs and saves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4206240" cy="45720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Recommendations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Post Instagram Reels regularly — 3x more reach than images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Use Instagram Stories with polls &amp; questions to boost interaction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Collaborate with Pakistani micro-influencers for wider organic reach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Run paid ads once Meta Business Suite issue is resolved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Add a link in bio to a WhatsApp ordering page for direct conversions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5070348"/>
            <a:ext cx="8979408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2743200" y="1920240"/>
            <a:ext cx="3657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HairAura Digital Marketing Campaign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27432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Market Research Completed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5 Social Media Posts Published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2 Ad Creatives Designed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Blog Post Written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Performance Analysis Done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DevelopersHub Corporation Internship  • 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962</Words>
  <Application>Microsoft Office PowerPoint</Application>
  <PresentationFormat>On-screen Show (16:9)</PresentationFormat>
  <Paragraphs>227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Hairaura Digital Marketing Campaign</dc:title>
  <dc:subject>PptxGenJS Presentation</dc:subject>
  <dc:creator>PptxGenJS</dc:creator>
  <cp:lastModifiedBy>Anisha Khan</cp:lastModifiedBy>
  <cp:revision>2</cp:revision>
  <dcterms:created xsi:type="dcterms:W3CDTF">2026-04-01T05:30:18Z</dcterms:created>
  <dcterms:modified xsi:type="dcterms:W3CDTF">2026-04-01T05:42:01Z</dcterms:modified>
</cp:coreProperties>
</file>